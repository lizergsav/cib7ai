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05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19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13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24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27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327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764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403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00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5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9168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012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0983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04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12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23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F13AF-1CAB-4CDE-BCDB-5AC9C6B13F8D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B15E87D-B306-4091-B261-45475049CA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67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BB2940-7104-4AC0-A71B-B47B1FC8F4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AI demo</a:t>
            </a:r>
          </a:p>
        </p:txBody>
      </p:sp>
    </p:spTree>
    <p:extLst>
      <p:ext uri="{BB962C8B-B14F-4D97-AF65-F5344CB8AC3E}">
        <p14:creationId xmlns:p14="http://schemas.microsoft.com/office/powerpoint/2010/main" val="2478169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7A1F3C-3860-45D2-AA99-B7F72F73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1 – </a:t>
            </a:r>
            <a:r>
              <a:rPr lang="en-GB" dirty="0" err="1"/>
              <a:t>Dokumentum</a:t>
            </a:r>
            <a:r>
              <a:rPr lang="en-GB" dirty="0"/>
              <a:t> </a:t>
            </a:r>
            <a:r>
              <a:rPr lang="en-GB" dirty="0" err="1"/>
              <a:t>értelmezés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057820-3AA1-4785-A9D3-AA334AC25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472753" cy="3880773"/>
          </a:xfrm>
        </p:spPr>
        <p:txBody>
          <a:bodyPr/>
          <a:lstStyle/>
          <a:p>
            <a:r>
              <a:rPr lang="en-GB" dirty="0" err="1"/>
              <a:t>Dokumentum</a:t>
            </a:r>
            <a:r>
              <a:rPr lang="en-GB" dirty="0"/>
              <a:t> </a:t>
            </a:r>
            <a:r>
              <a:rPr lang="en-GB" dirty="0" err="1"/>
              <a:t>feltöltése</a:t>
            </a:r>
            <a:endParaRPr lang="en-GB" dirty="0"/>
          </a:p>
          <a:p>
            <a:r>
              <a:rPr lang="en-GB" dirty="0" err="1"/>
              <a:t>Dokumentumból</a:t>
            </a:r>
            <a:r>
              <a:rPr lang="en-GB" dirty="0"/>
              <a:t> </a:t>
            </a:r>
            <a:r>
              <a:rPr lang="en-GB" dirty="0" err="1"/>
              <a:t>paraméterek</a:t>
            </a:r>
            <a:r>
              <a:rPr lang="en-GB" dirty="0"/>
              <a:t> </a:t>
            </a:r>
            <a:r>
              <a:rPr lang="en-GB" dirty="0" err="1"/>
              <a:t>meghatározása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megjelenítése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4418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7A1F3C-3860-45D2-AA99-B7F72F73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2 – </a:t>
            </a:r>
            <a:r>
              <a:rPr lang="en-GB" dirty="0" err="1"/>
              <a:t>Dokumentum</a:t>
            </a:r>
            <a:r>
              <a:rPr lang="en-GB" dirty="0"/>
              <a:t> </a:t>
            </a:r>
            <a:r>
              <a:rPr lang="en-GB" dirty="0" err="1"/>
              <a:t>értelmezés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kezelés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057820-3AA1-4785-A9D3-AA334AC25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472753" cy="3880773"/>
          </a:xfrm>
        </p:spPr>
        <p:txBody>
          <a:bodyPr/>
          <a:lstStyle/>
          <a:p>
            <a:r>
              <a:rPr lang="en-GB" dirty="0" err="1"/>
              <a:t>Dokumentum</a:t>
            </a:r>
            <a:r>
              <a:rPr lang="en-GB" dirty="0"/>
              <a:t> </a:t>
            </a:r>
            <a:r>
              <a:rPr lang="en-GB" dirty="0" err="1"/>
              <a:t>feltöltése</a:t>
            </a:r>
            <a:endParaRPr lang="en-GB" dirty="0"/>
          </a:p>
          <a:p>
            <a:r>
              <a:rPr lang="en-GB" dirty="0" err="1"/>
              <a:t>Dokumentumból</a:t>
            </a:r>
            <a:r>
              <a:rPr lang="en-GB" dirty="0"/>
              <a:t> </a:t>
            </a:r>
            <a:r>
              <a:rPr lang="en-GB" dirty="0" err="1"/>
              <a:t>paraméterek</a:t>
            </a:r>
            <a:r>
              <a:rPr lang="en-GB" dirty="0"/>
              <a:t> </a:t>
            </a:r>
            <a:r>
              <a:rPr lang="en-GB" dirty="0" err="1"/>
              <a:t>meghatározása</a:t>
            </a:r>
            <a:endParaRPr lang="en-GB" dirty="0"/>
          </a:p>
          <a:p>
            <a:r>
              <a:rPr lang="en-GB" dirty="0" err="1"/>
              <a:t>Dokumentum</a:t>
            </a:r>
            <a:r>
              <a:rPr lang="en-GB" dirty="0"/>
              <a:t> </a:t>
            </a:r>
            <a:r>
              <a:rPr lang="en-GB" dirty="0" err="1"/>
              <a:t>feltöltése</a:t>
            </a:r>
            <a:r>
              <a:rPr lang="en-GB" dirty="0"/>
              <a:t> </a:t>
            </a:r>
            <a:r>
              <a:rPr lang="en-GB" dirty="0" err="1"/>
              <a:t>dokumentumtárba</a:t>
            </a:r>
            <a:endParaRPr lang="en-GB" dirty="0"/>
          </a:p>
          <a:p>
            <a:r>
              <a:rPr lang="en-GB" dirty="0" err="1"/>
              <a:t>Dokumentum</a:t>
            </a:r>
            <a:r>
              <a:rPr lang="en-GB" dirty="0"/>
              <a:t> </a:t>
            </a:r>
            <a:r>
              <a:rPr lang="en-GB" dirty="0" err="1"/>
              <a:t>konvertálása</a:t>
            </a:r>
            <a:r>
              <a:rPr lang="en-GB" dirty="0"/>
              <a:t> pdf-be (</a:t>
            </a:r>
            <a:r>
              <a:rPr lang="en-GB" dirty="0" err="1"/>
              <a:t>amennyiben</a:t>
            </a:r>
            <a:r>
              <a:rPr lang="en-GB" dirty="0"/>
              <a:t> </a:t>
            </a:r>
            <a:r>
              <a:rPr lang="en-GB" dirty="0" err="1"/>
              <a:t>szükséges</a:t>
            </a:r>
            <a:r>
              <a:rPr lang="en-GB" dirty="0"/>
              <a:t>)</a:t>
            </a:r>
          </a:p>
          <a:p>
            <a:r>
              <a:rPr lang="en-GB" dirty="0" err="1"/>
              <a:t>Dokumentum</a:t>
            </a:r>
            <a:r>
              <a:rPr lang="en-GB" dirty="0"/>
              <a:t> </a:t>
            </a:r>
            <a:r>
              <a:rPr lang="en-GB" dirty="0" err="1"/>
              <a:t>paraméterek</a:t>
            </a:r>
            <a:r>
              <a:rPr lang="en-GB" dirty="0"/>
              <a:t> </a:t>
            </a:r>
            <a:r>
              <a:rPr lang="en-GB" dirty="0" err="1"/>
              <a:t>megjelenítése</a:t>
            </a:r>
            <a:r>
              <a:rPr lang="en-GB" dirty="0"/>
              <a:t> (</a:t>
            </a:r>
            <a:r>
              <a:rPr lang="en-GB" dirty="0" err="1"/>
              <a:t>később</a:t>
            </a:r>
            <a:r>
              <a:rPr lang="en-GB" dirty="0"/>
              <a:t> </a:t>
            </a:r>
            <a:r>
              <a:rPr lang="en-GB" dirty="0" err="1"/>
              <a:t>jóváhagyásra</a:t>
            </a:r>
            <a:r>
              <a:rPr lang="en-GB" dirty="0"/>
              <a:t> </a:t>
            </a:r>
            <a:r>
              <a:rPr lang="en-GB" dirty="0" err="1"/>
              <a:t>küldés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1815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7A1F3C-3860-45D2-AA99-B7F72F73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3 – </a:t>
            </a:r>
            <a:r>
              <a:rPr lang="en-GB" dirty="0" err="1"/>
              <a:t>Sablon</a:t>
            </a:r>
            <a:r>
              <a:rPr lang="en-GB" dirty="0"/>
              <a:t> </a:t>
            </a:r>
            <a:r>
              <a:rPr lang="en-GB" dirty="0" err="1"/>
              <a:t>szövegek</a:t>
            </a:r>
            <a:r>
              <a:rPr lang="en-GB" dirty="0"/>
              <a:t> </a:t>
            </a:r>
            <a:r>
              <a:rPr lang="en-GB" dirty="0" err="1"/>
              <a:t>tanítása</a:t>
            </a:r>
            <a:r>
              <a:rPr lang="en-GB" dirty="0"/>
              <a:t>, </a:t>
            </a:r>
            <a:r>
              <a:rPr lang="en-GB" dirty="0" err="1"/>
              <a:t>kérdésekre</a:t>
            </a:r>
            <a:r>
              <a:rPr lang="en-GB" dirty="0"/>
              <a:t> </a:t>
            </a:r>
            <a:r>
              <a:rPr lang="en-GB" dirty="0" err="1"/>
              <a:t>válaszok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057820-3AA1-4785-A9D3-AA334AC25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472753" cy="3880773"/>
          </a:xfrm>
        </p:spPr>
        <p:txBody>
          <a:bodyPr/>
          <a:lstStyle/>
          <a:p>
            <a:r>
              <a:rPr lang="en-GB" dirty="0" err="1"/>
              <a:t>Szöveg</a:t>
            </a:r>
            <a:r>
              <a:rPr lang="en-GB" dirty="0"/>
              <a:t> </a:t>
            </a:r>
            <a:r>
              <a:rPr lang="en-GB" dirty="0" err="1"/>
              <a:t>és</a:t>
            </a:r>
            <a:r>
              <a:rPr lang="en-GB" dirty="0"/>
              <a:t> </a:t>
            </a:r>
            <a:r>
              <a:rPr lang="en-GB" dirty="0" err="1"/>
              <a:t>kategória</a:t>
            </a:r>
            <a:r>
              <a:rPr lang="en-GB" dirty="0"/>
              <a:t> </a:t>
            </a:r>
            <a:r>
              <a:rPr lang="en-GB" dirty="0" err="1"/>
              <a:t>tanítása</a:t>
            </a:r>
            <a:r>
              <a:rPr lang="en-GB" dirty="0"/>
              <a:t> (</a:t>
            </a:r>
            <a:r>
              <a:rPr lang="en-GB" dirty="0" err="1"/>
              <a:t>mentése</a:t>
            </a:r>
            <a:r>
              <a:rPr lang="en-GB" dirty="0"/>
              <a:t>)</a:t>
            </a:r>
          </a:p>
          <a:p>
            <a:r>
              <a:rPr lang="en-GB" dirty="0" err="1"/>
              <a:t>Kérdések</a:t>
            </a:r>
            <a:r>
              <a:rPr lang="en-GB" dirty="0"/>
              <a:t> </a:t>
            </a:r>
            <a:r>
              <a:rPr lang="en-GB" dirty="0" err="1"/>
              <a:t>alapján</a:t>
            </a:r>
            <a:r>
              <a:rPr lang="en-GB" dirty="0"/>
              <a:t> </a:t>
            </a:r>
            <a:r>
              <a:rPr lang="en-GB" dirty="0" err="1"/>
              <a:t>kategóriák</a:t>
            </a:r>
            <a:r>
              <a:rPr lang="en-GB" dirty="0"/>
              <a:t> </a:t>
            </a:r>
            <a:r>
              <a:rPr lang="en-GB" dirty="0" err="1"/>
              <a:t>megjelenítése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2974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7A1F3C-3860-45D2-AA99-B7F72F73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 4 – </a:t>
            </a:r>
            <a:r>
              <a:rPr lang="en-GB" dirty="0" err="1"/>
              <a:t>Dokumentumból</a:t>
            </a:r>
            <a:r>
              <a:rPr lang="en-GB" dirty="0"/>
              <a:t> </a:t>
            </a:r>
            <a:r>
              <a:rPr lang="en-GB" dirty="0" err="1"/>
              <a:t>kérdezés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057820-3AA1-4785-A9D3-AA334AC25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472753" cy="3880773"/>
          </a:xfrm>
        </p:spPr>
        <p:txBody>
          <a:bodyPr/>
          <a:lstStyle/>
          <a:p>
            <a:r>
              <a:rPr lang="en-GB" dirty="0" err="1"/>
              <a:t>Dokumentum</a:t>
            </a:r>
            <a:r>
              <a:rPr lang="en-GB" dirty="0"/>
              <a:t> </a:t>
            </a:r>
            <a:r>
              <a:rPr lang="en-GB" dirty="0" err="1"/>
              <a:t>feltöltése</a:t>
            </a:r>
            <a:r>
              <a:rPr lang="en-GB" dirty="0"/>
              <a:t> (</a:t>
            </a:r>
            <a:r>
              <a:rPr lang="en-GB" dirty="0" err="1"/>
              <a:t>egyszeri</a:t>
            </a:r>
            <a:r>
              <a:rPr lang="en-GB" dirty="0"/>
              <a:t>)</a:t>
            </a:r>
          </a:p>
          <a:p>
            <a:r>
              <a:rPr lang="en-GB" dirty="0" err="1"/>
              <a:t>Dokumentum</a:t>
            </a:r>
            <a:r>
              <a:rPr lang="en-GB" dirty="0"/>
              <a:t> </a:t>
            </a:r>
            <a:r>
              <a:rPr lang="en-GB" dirty="0" err="1"/>
              <a:t>feldolgozása</a:t>
            </a:r>
            <a:endParaRPr lang="en-GB" dirty="0"/>
          </a:p>
          <a:p>
            <a:r>
              <a:rPr lang="en-GB" dirty="0" err="1"/>
              <a:t>Kérdések</a:t>
            </a:r>
            <a:r>
              <a:rPr lang="en-GB" dirty="0"/>
              <a:t> a </a:t>
            </a:r>
            <a:r>
              <a:rPr lang="en-GB" dirty="0" err="1"/>
              <a:t>dokumentumban</a:t>
            </a:r>
            <a:r>
              <a:rPr lang="en-GB" dirty="0"/>
              <a:t> </a:t>
            </a:r>
            <a:r>
              <a:rPr lang="en-GB" dirty="0" err="1"/>
              <a:t>lévő</a:t>
            </a:r>
            <a:r>
              <a:rPr lang="en-GB" dirty="0"/>
              <a:t> </a:t>
            </a:r>
            <a:r>
              <a:rPr lang="en-GB" dirty="0" err="1"/>
              <a:t>adatok</a:t>
            </a:r>
            <a:r>
              <a:rPr lang="en-GB" dirty="0"/>
              <a:t> </a:t>
            </a:r>
            <a:r>
              <a:rPr lang="en-GB" dirty="0" err="1"/>
              <a:t>alapján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170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8F43E041-FE28-426D-A3DF-71097BEE8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7" y="973723"/>
            <a:ext cx="10503311" cy="55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700863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86</Words>
  <Application>Microsoft Office PowerPoint</Application>
  <PresentationFormat>Szélesvásznú</PresentationFormat>
  <Paragraphs>17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Dimenzió</vt:lpstr>
      <vt:lpstr>AI demo</vt:lpstr>
      <vt:lpstr>Use case 1 – Dokumentum értelmezés</vt:lpstr>
      <vt:lpstr>Use case 2 – Dokumentum értelmezés és kezelés</vt:lpstr>
      <vt:lpstr>Use case 3 – Sablon szövegek tanítása, kérdésekre válaszok</vt:lpstr>
      <vt:lpstr>Use case 4 – Dokumentumból kérdezés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demo</dc:title>
  <dc:creator>Gábor Sándor</dc:creator>
  <cp:lastModifiedBy>Gábor Sándor</cp:lastModifiedBy>
  <cp:revision>4</cp:revision>
  <dcterms:created xsi:type="dcterms:W3CDTF">2026-05-17T19:10:53Z</dcterms:created>
  <dcterms:modified xsi:type="dcterms:W3CDTF">2026-05-17T19:19:20Z</dcterms:modified>
</cp:coreProperties>
</file>